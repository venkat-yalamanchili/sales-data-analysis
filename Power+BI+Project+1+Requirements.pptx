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Electronics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Footwear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Clothing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Home Appliances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Accessories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Kitchenware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Bags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IN" sz="3200" dirty="0"/>
              <a:t>Personal Care</a:t>
            </a:r>
            <a:endParaRPr lang="en-IN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8484-7399-2855-66CA-77B09AB6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2EA2F-6338-5922-1B29-97211CDACDD9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BB763-2D8E-E50B-5834-C3E0CF7A06F0}"/>
              </a:ext>
            </a:extLst>
          </p:cNvPr>
          <p:cNvSpPr txBox="1"/>
          <p:nvPr/>
        </p:nvSpPr>
        <p:spPr>
          <a:xfrm>
            <a:off x="716437" y="509047"/>
            <a:ext cx="5599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Questions need to be answered</a:t>
            </a:r>
          </a:p>
        </p:txBody>
      </p:sp>
    </p:spTree>
    <p:extLst>
      <p:ext uri="{BB962C8B-B14F-4D97-AF65-F5344CB8AC3E}">
        <p14:creationId xmlns:p14="http://schemas.microsoft.com/office/powerpoint/2010/main" val="288845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801</TotalTime>
  <Words>147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Aparajita</vt:lpstr>
      <vt:lpstr>Arial</vt:lpstr>
      <vt:lpstr>Century Gothic</vt:lpstr>
      <vt:lpstr>Wingdings 3</vt:lpstr>
      <vt:lpstr>Ion Boardroom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VENKAT YALAMANCHILI</cp:lastModifiedBy>
  <cp:revision>36</cp:revision>
  <dcterms:created xsi:type="dcterms:W3CDTF">2024-07-03T21:35:18Z</dcterms:created>
  <dcterms:modified xsi:type="dcterms:W3CDTF">2026-06-10T15:50:31Z</dcterms:modified>
</cp:coreProperties>
</file>